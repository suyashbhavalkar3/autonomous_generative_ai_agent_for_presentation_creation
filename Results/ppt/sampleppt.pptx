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Overview of 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Artificial intelligence (AI) simulates human intelligence processes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Tasks include learning, reasoning, problem-solving, perception, and language understanding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Machine learning is a subset of AI that allows machines to learn from data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Deep learning uses neural networks to model and process data</a:t>
            </a:r>
          </a:p>
        </p:txBody>
      </p:sp>
      <p:pic>
        <p:nvPicPr>
          <p:cNvPr id="4" name="Picture 3" descr="photo-1763568258235-f40425a94af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25" y="4297680"/>
            <a:ext cx="257175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Applications of 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AI is used in healthcare, finance, transportation, and entertainment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Healthcare: diagnosis, personalized treatment plans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Finance: fraud detection, trading algorithms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Transportation: autonomous vehicles, route optimization</a:t>
            </a:r>
          </a:p>
        </p:txBody>
      </p:sp>
      <p:pic>
        <p:nvPicPr>
          <p:cNvPr id="4" name="Picture 3" descr="photo-1767966928908-9eeaa1a2cc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744" y="4297680"/>
            <a:ext cx="305051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Machine Learning and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Machine learning enables machines to learn from data without explicit programming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Deep learning uses neural networks to process complex data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Neural networks mimic the human brain's structure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Deep learning is used in image recognition, natural language processing</a:t>
            </a:r>
          </a:p>
        </p:txBody>
      </p:sp>
      <p:pic>
        <p:nvPicPr>
          <p:cNvPr id="4" name="Picture 3" descr="photo-1750365919971-7dd273e7b3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253" y="4297680"/>
            <a:ext cx="3045493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Ethical Considerations in 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Bias in algorithms can lead to discriminatory outcomes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Job displacement due to automation and AI technologies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Privacy concerns with data collection and surveillance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Transparency and accountability in AI decision-making processes</a:t>
            </a:r>
          </a:p>
        </p:txBody>
      </p:sp>
      <p:pic>
        <p:nvPicPr>
          <p:cNvPr id="4" name="Picture 3" descr="photo-1717501217986-f2c4842edfd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253" y="4297680"/>
            <a:ext cx="3045493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of 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Continued advancements in AI technology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Integration of AI in everyday life and business operations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Need for regulations and ethical frameworks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Collaboration between humans and AI for optimal outcomes</a:t>
            </a:r>
          </a:p>
        </p:txBody>
      </p:sp>
      <p:pic>
        <p:nvPicPr>
          <p:cNvPr id="4" name="Picture 3" descr="photo-1717501217875-b5bbe1480a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253" y="4297680"/>
            <a:ext cx="3045493" cy="1714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197</Words>
  <Application>Microsoft Office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suyash bhavalkar</cp:lastModifiedBy>
  <cp:revision>1</cp:revision>
  <dcterms:created xsi:type="dcterms:W3CDTF">2013-01-27T09:14:16Z</dcterms:created>
  <dcterms:modified xsi:type="dcterms:W3CDTF">2026-01-13T06:18:05Z</dcterms:modified>
  <cp:category/>
</cp:coreProperties>
</file>