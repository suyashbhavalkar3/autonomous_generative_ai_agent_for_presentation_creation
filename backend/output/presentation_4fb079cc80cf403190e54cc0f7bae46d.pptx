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Overview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is the process of converting light energy into chemical energy.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It occurs in the chloroplasts of plant cells, specifically in the thylakoid membranes.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Two main stages: light-dependent reactions and light-independent reactions (Calvin cycle).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Light-Dependent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 energy is used to split water molecules.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ATP and NADPH are produced as a result.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Oxygen is released as a byproduct.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Calvin Cycle (Light-Independent Reactions)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ATP and NADPH from light-dependent reactions are used.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Carbon dioxide is converted into glucose through carbon fixation.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20116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Importance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Essential for the survival of most living organisms.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Primary source of energy for ecosystems.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Without photosynthesis, life as we know it would not be sustainable.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is a crucial process that sustains life on Earth.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Understanding the mechanisms of photosynthesis can help us appreciate the interconnectedness of all living organisms.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Further research into photosynthesis can lead to advancements in sustainable energy production and agriculture.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