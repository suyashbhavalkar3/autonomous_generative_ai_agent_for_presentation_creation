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Introduction to Sustainable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Sustainable energy is renewable and has a low environmental impact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Examples include solar, wind, hydro, and geothermal power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Goal is to reduce greenhouse gas emissions and promote energy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Benefits of Sustainable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Reduces greenhouse gas emissions and mitigates climate change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Enhances energy security and reduces dependence on fossil fuels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Creates job opportunities in the renewable energy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Challenges of Implementing Sustainable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High initial costs for infrastructure and technology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Intermittency of some renewable energy sources like solar and wind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Need for energy storage solutions to address intermittency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Importance of Education and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Educating the public about the benefits of sustainable energy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Raising awareness about the importance of transitioning to renewable sources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Encouraging individuals to make sustainable energy choices in their daily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Promoting the Transition to Sustainable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Investing in research and development of renewable energy technologies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Implementing supportive policies and incentives for sustainable energy adoption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Collaborating with stakeholders to address challenges and barriers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