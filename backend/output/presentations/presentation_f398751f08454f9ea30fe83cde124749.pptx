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Definition of Artificial Intelligence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AI refers to the simulation of human intelligence processes by machines, especially computer systems.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It involves learning, reasoning, problem-solving, perception, and language understanding.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AI can be categorized as narrow AI (weak AI) or general AI (strong AI).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History and Development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The concept of AI dates back to ancient times, but modern AI research began in the 1950s.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Key milestones include the development of expert systems, neural networks, and machine learning algorithms.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AI has evolved rapidly with advancements in computing power and data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Applications of AI in Various Industries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Healthcare: AI is used for medical imaging analysis, personalized treatment plans, and drug discovery.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Finance: AI powers algorithmic trading, fraud detection, and customer service chatbots.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Transportation: AI enables autonomous vehicles, traffic management systems, and predictive maintenance.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Benefits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Efficiency: AI can automate repetitive tasks and streamline processes.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Accuracy: AI algorithms can analyze vast amounts of data with precision.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Cost savings: AI solutions can reduce operational expenses and improve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Challenges and Ethical Considerations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Bias: AI systems can reflect and perpetuate societal biases present in training data.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Privacy: AI raises concerns about data security and individual privacy.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Job displacement: AI automation may lead to job losses and require workforce reskilling.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