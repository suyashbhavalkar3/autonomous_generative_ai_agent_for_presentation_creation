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Key concept overview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Key insight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11680"/>
            <a:ext cx="3657600" cy="2611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Key concept overview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Key insight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11680"/>
            <a:ext cx="3657600" cy="20590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Key concept overview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Key insight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116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Key concept overview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Key insight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11680"/>
            <a:ext cx="3657600" cy="20590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Key concept overview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Key insight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11680"/>
            <a:ext cx="3657600" cy="27601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Key concept overview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Key insight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116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Key concept overview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Key insight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116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Slide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Key concept overview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Key insight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11680"/>
            <a:ext cx="3657600" cy="2956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Slide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Key concept overview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Key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20116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Slide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Key concept overview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Key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20116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Slide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Key concept overview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Key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20116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Slide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Key concept overview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Key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20116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Slide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Key concept overview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Key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20116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Slide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Key concept overview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Key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20116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