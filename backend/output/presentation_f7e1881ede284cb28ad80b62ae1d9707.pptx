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Overview of Photosynthesis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830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Photosynthesis is the process of converting sunlight into chemical energy.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It occurs in the chloroplasts of plant cells.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Two main stages: light-dependent reactions and light-independent reactions.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7830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Light-Dependent Reactions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830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Light energy is used to split water molecules.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ATP and NADPH are produced.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Takes place in the thylakoid membranes of chloroplasts.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7830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Calvin Cycle (Light-Independent Reactions)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830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Uses ATP and NADPH from light-dependent reactions.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Converts carbon dioxide into glucose.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Occurs in the stroma of chloroplasts.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7830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Importance of Photosynthesis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830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Oxygen is released as a byproduct.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Essential for life on Earth.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Provides energy for growth and development of plants, algae, and some bacteria.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7830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830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Photosynthesis is a vital process for sustaining life on Earth.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Understanding the stages of photosynthesis can help in appreciating the importance of plants in the ecosystem.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Further research and study can lead to advancements in agriculture and renewable energy technologies.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7830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